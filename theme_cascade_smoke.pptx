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2011680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45720" cy="1463040"/>
          </a:xfrm>
          <a:prstGeom prst="rect">
            <a:avLst/>
          </a:prstGeom>
          <a:solidFill>
            <a:srgbClr val="185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914400"/>
            <a:ext cx="104086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12646"/>
                </a:solidFill>
                <a:latin typeface="Calibri"/>
              </a:rPr>
              <a:t>Body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104086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2A4C7B"/>
                </a:solidFill>
                <a:latin typeface="Calibri"/>
              </a:rPr>
              <a:t>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