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76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64748B"/>
                </a:solidFill>
                <a:latin typeface="Calibri"/>
              </a:rPr>
              <a:t>Page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9971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 Light"/>
              </a:rPr>
              <a:t>Auto Narrative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19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Auto pagination helper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52728"/>
            <a:ext cx="7485680" cy="4965192"/>
          </a:xfrm>
          <a:prstGeom prst="roundRect">
            <a:avLst>
              <a:gd name="adj" fmla="val 5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362455"/>
            <a:ext cx="7229648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Paragraph one with context and details.
Paragraph two expands on risk and mitigation.
(continued on next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44048" y="1252728"/>
            <a:ext cx="3242974" cy="4965192"/>
          </a:xfrm>
          <a:prstGeom prst="roundRect">
            <a:avLst>
              <a:gd name="adj" fmla="val 844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3776" y="1344168"/>
            <a:ext cx="302351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3776" y="1563624"/>
            <a:ext cx="3023518" cy="32770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- Pagination
- Two-column layout
- Page numbering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76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64748B"/>
                </a:solidFill>
                <a:latin typeface="Calibri"/>
              </a:rPr>
              <a:t>Page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9971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 Light"/>
              </a:rPr>
              <a:t>Auto Narrative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19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Auto pagination helper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52728"/>
            <a:ext cx="7485680" cy="4965192"/>
          </a:xfrm>
          <a:prstGeom prst="roundRect">
            <a:avLst>
              <a:gd name="adj" fmla="val 5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362455"/>
            <a:ext cx="7229648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Paragraph three outlines the operating model changes.
Paragraph four sets next-quarter execution priorities.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44048" y="1252728"/>
            <a:ext cx="3242974" cy="4965192"/>
          </a:xfrm>
          <a:prstGeom prst="roundRect">
            <a:avLst>
              <a:gd name="adj" fmla="val 844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3776" y="1344168"/>
            <a:ext cx="302351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3776" y="1563624"/>
            <a:ext cx="3023518" cy="32770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- Pagination
- Two-column layout
- Page numbering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