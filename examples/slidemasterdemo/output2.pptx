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13"/>
    <p:sldId id="257" r:id="rId14"/>
    <p:sldId id="258" r:id="rId15"/>
    <p:sldId id="259" r:id="rId16"/>
    <p:sldId id="260" r:id="rId17"/>
  </p:sldIdLst>
  <p:sldSz cx="9144000" cy="5143500" type="screen16x9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 Teng Neo" initials="WTN" lastIdx="5" clrIdx="0">
    <p:extLst>
      <p:ext uri="{19B8F6BF-5375-455C-9EA6-DF929625EA0E}">
        <p15:presenceInfo xmlns:p15="http://schemas.microsoft.com/office/powerpoint/2012/main" userId="S-1-5-21-4211029173-3255825636-1277964214-34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88"/>
    <a:srgbClr val="8BB2FF"/>
    <a:srgbClr val="004EEA"/>
    <a:srgbClr val="CAD0DD"/>
    <a:srgbClr val="F68D36"/>
    <a:srgbClr val="611985"/>
    <a:srgbClr val="003087"/>
    <a:srgbClr val="5A198B"/>
    <a:srgbClr val="0D227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CAF10-8757-4942-B3D3-45598E752989}" v="1" dt="2021-10-22T04:19:4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4" autoAdjust="0"/>
    <p:restoredTop sz="93969" autoAdjust="0"/>
  </p:normalViewPr>
  <p:slideViewPr>
    <p:cSldViewPr>
      <p:cViewPr varScale="1">
        <p:scale>
          <a:sx n="84" d="100"/>
          <a:sy n="84" d="100"/>
        </p:scale>
        <p:origin x="834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2220"/>
    </p:cViewPr>
  </p:sorterViewPr>
  <p:notesViewPr>
    <p:cSldViewPr>
      <p:cViewPr varScale="1">
        <p:scale>
          <a:sx n="152" d="100"/>
          <a:sy n="152" d="100"/>
        </p:scale>
        <p:origin x="6408" y="192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 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2.4</c:v>
                </c:pt>
                <c:pt idx="2">
                  <c:v>1.9</c:v>
                </c:pt>
                <c:pt idx="3">
                  <c:v>2.6</c:v>
                </c:pt>
                <c:pt idx="4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0E749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 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2.3</c:v>
                </c:pt>
                <c:pt idx="1">
                  <c:v>2.3</c:v>
                </c:pt>
                <c:pt idx="2">
                  <c:v>2.3</c:v>
                </c:pt>
                <c:pt idx="3">
                  <c:v>2.3</c:v>
                </c:pt>
                <c:pt idx="4">
                  <c:v>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AF544-415A-0B49-A866-477D0136A5DE}" type="datetimeFigureOut">
              <a:rPr lang="en-US" smtClean="0">
                <a:latin typeface="Arial" panose="020B0604020202020204" pitchFamily="34" charset="0"/>
              </a:rPr>
              <a:t>11/2/2021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80BF5-F6DB-CF4F-BE0B-1271BAACCD62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87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97F5787-4636-46B4-9F75-BD9318F6EA37}" type="datetimeFigureOut">
              <a:rPr lang="en-GB" smtClean="0"/>
              <a:pPr/>
              <a:t>02/11/2021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6AE423D-0B8E-479B-BD8E-453FB371F1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95998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ption - Generic (Default)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71714" y="61685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5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>
          <p15:clr>
            <a:srgbClr val="FBAE40"/>
          </p15:clr>
        </p15:guide>
        <p15:guide id="10" orient="horz" pos="65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39126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>
          <p15:clr>
            <a:srgbClr val="FBAE40"/>
          </p15:clr>
        </p15:guide>
        <p15:guide id="10" orient="horz" pos="6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347202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 userDrawn="1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9" userDrawn="1">
          <p15:clr>
            <a:srgbClr val="FBAE40"/>
          </p15:clr>
        </p15:guide>
        <p15:guide id="10" orient="horz" pos="6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136555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 userDrawn="1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 userDrawn="1">
          <p15:clr>
            <a:srgbClr val="FBAE40"/>
          </p15:clr>
        </p15:guide>
        <p15:guide id="10" orient="horz" pos="6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403350" y="1178913"/>
            <a:ext cx="5029200" cy="27432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One Header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1403350" y="1674491"/>
            <a:ext cx="5029200" cy="27432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Two Header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403350" y="2181686"/>
            <a:ext cx="5029200" cy="27432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Three Header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1403350" y="2681555"/>
            <a:ext cx="5029200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Four Header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6732588" y="1178912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6732588" y="1674491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6732588" y="2181686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6732588" y="2681555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1" hasCustomPrompt="1"/>
          </p:nvPr>
        </p:nvSpPr>
        <p:spPr>
          <a:xfrm>
            <a:off x="1403350" y="3161526"/>
            <a:ext cx="5029200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Five Header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2" hasCustomPrompt="1"/>
          </p:nvPr>
        </p:nvSpPr>
        <p:spPr>
          <a:xfrm>
            <a:off x="6732588" y="3158084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99592" y="336411"/>
            <a:ext cx="7920880" cy="469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Content in Open Sans, bold, size 20, left align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860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8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99592" y="339502"/>
            <a:ext cx="792088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899592" y="1131590"/>
            <a:ext cx="7920880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</p:txBody>
      </p:sp>
    </p:spTree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D31065-48EE-3E44-8580-C08AEC29A78A}"/>
              </a:ext>
            </a:extLst>
          </p:cNvPr>
          <p:cNvSpPr/>
          <p:nvPr userDrawn="1"/>
        </p:nvSpPr>
        <p:spPr>
          <a:xfrm>
            <a:off x="0" y="0"/>
            <a:ext cx="827584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23528" y="339502"/>
            <a:ext cx="8496944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23528" y="1131590"/>
            <a:ext cx="8496944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</p:txBody>
      </p:sp>
    </p:spTree>
    <p:extLst>
      <p:ext uri="{BB962C8B-B14F-4D97-AF65-F5344CB8AC3E}">
        <p14:creationId xmlns:p14="http://schemas.microsoft.com/office/powerpoint/2010/main" val="261513532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1560" y="1275606"/>
            <a:ext cx="5492700" cy="954107"/>
          </a:xfrm>
        </p:spPr>
        <p:txBody>
          <a:bodyPr wrap="square" anchor="t">
            <a:spAutoFit/>
          </a:bodyPr>
          <a:lstStyle>
            <a:lvl1pPr algn="l">
              <a:defRPr sz="2800" baseline="0">
                <a:solidFill>
                  <a:srgbClr val="003087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Section header in Open Sans, bold, size 28, left align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256381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044375" y="1530724"/>
            <a:ext cx="4114800" cy="205740"/>
          </a:xfrm>
        </p:spPr>
        <p:txBody>
          <a:bodyPr anchor="ctr"/>
          <a:lstStyle>
            <a:lvl1pPr marL="0" indent="0">
              <a:buNone/>
              <a:defRPr sz="15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44375" y="1293100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44375" y="1768348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1044375" y="2005970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1044375" y="1055476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43608" y="3191005"/>
            <a:ext cx="4114800" cy="205740"/>
          </a:xfrm>
        </p:spPr>
        <p:txBody>
          <a:bodyPr anchor="ctr"/>
          <a:lstStyle>
            <a:lvl1pPr marL="0" indent="0">
              <a:buNone/>
              <a:defRPr sz="15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1043608" y="2953386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1043608" y="3428624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1043608" y="3666243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043608" y="2715767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9"/>
          <p:cNvSpPr>
            <a:spLocks noGrp="1"/>
          </p:cNvSpPr>
          <p:nvPr>
            <p:ph type="body" sz="quarter" idx="31" hasCustomPrompt="1"/>
          </p:nvPr>
        </p:nvSpPr>
        <p:spPr>
          <a:xfrm>
            <a:off x="5292080" y="1055494"/>
            <a:ext cx="2743200" cy="115621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7" name="Text Placeholder 39"/>
          <p:cNvSpPr>
            <a:spLocks noGrp="1"/>
          </p:cNvSpPr>
          <p:nvPr>
            <p:ph type="body" sz="quarter" idx="32" hasCustomPrompt="1"/>
          </p:nvPr>
        </p:nvSpPr>
        <p:spPr>
          <a:xfrm>
            <a:off x="5292080" y="2715766"/>
            <a:ext cx="2743200" cy="11562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971600" y="333465"/>
            <a:ext cx="188832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500" b="1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274294274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ck 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660760" y="1995686"/>
            <a:ext cx="2009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400" b="1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75AD7-A0FE-C44E-AF02-9867EA4F9B5F}"/>
              </a:ext>
            </a:extLst>
          </p:cNvPr>
          <p:cNvSpPr/>
          <p:nvPr userDrawn="1"/>
        </p:nvSpPr>
        <p:spPr>
          <a:xfrm>
            <a:off x="4711579" y="2836934"/>
            <a:ext cx="14029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100" b="0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www.a-star.edu.sg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7ABC79-F056-DF4F-8786-B9175747C5D5}"/>
              </a:ext>
            </a:extLst>
          </p:cNvPr>
          <p:cNvCxnSpPr/>
          <p:nvPr userDrawn="1"/>
        </p:nvCxnSpPr>
        <p:spPr>
          <a:xfrm>
            <a:off x="4788024" y="2787774"/>
            <a:ext cx="1800200" cy="0"/>
          </a:xfrm>
          <a:prstGeom prst="line">
            <a:avLst/>
          </a:prstGeom>
          <a:ln w="3175">
            <a:solidFill>
              <a:srgbClr val="003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Star_Logo_RGB_LowRes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7" y="407959"/>
            <a:ext cx="1728191" cy="54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1129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168006"/>
      </p:ext>
    </p:extLst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9592" y="339502"/>
            <a:ext cx="792088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92" y="1131590"/>
            <a:ext cx="7920880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  <a:p>
            <a:pPr lvl="4"/>
            <a:endParaRPr lang="en-GB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830888" y="473199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78BDA8-D60F-4FDE-A05C-5882F3D646E1}" type="slidenum">
              <a:rPr lang="en-US" sz="7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Star_Powerpoint_Image Template05.jp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2124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621240" y="4866501"/>
            <a:ext cx="852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kern="12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OFFICIAL</a:t>
            </a:r>
            <a:r>
              <a:rPr lang="en-SG" sz="1000" kern="1200" baseline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(CLOSED) / SENSITIVE HIGH (WHEN FILLED)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8" r:id="rId2"/>
    <p:sldLayoutId id="2147483676" r:id="rId3"/>
    <p:sldLayoutId id="2147483677" r:id="rId4"/>
    <p:sldLayoutId id="2147483669" r:id="rId5"/>
    <p:sldLayoutId id="2147483650" r:id="rId6"/>
    <p:sldLayoutId id="2147483679" r:id="rId7"/>
    <p:sldLayoutId id="2147483672" r:id="rId8"/>
    <p:sldLayoutId id="2147483671" r:id="rId9"/>
    <p:sldLayoutId id="2147483674" r:id="rId10"/>
    <p:sldLayoutId id="2147483675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baseline="0">
          <a:solidFill>
            <a:srgbClr val="003087"/>
          </a:solidFill>
          <a:latin typeface="Open Sans"/>
          <a:ea typeface="+mj-ea"/>
          <a:cs typeface="Open San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None/>
        <a:tabLst/>
        <a:defRPr sz="1600" kern="1200">
          <a:solidFill>
            <a:schemeClr val="tx1"/>
          </a:solidFill>
          <a:latin typeface="Open Sans"/>
          <a:ea typeface="+mn-ea"/>
          <a:cs typeface="Open Sans"/>
        </a:defRPr>
      </a:lvl1pPr>
      <a:lvl2pPr marL="457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685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9144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1430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April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12/14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23444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14600" y="12344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173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-3pp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23444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2344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4173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6459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0574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+1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79" y="1234440"/>
            <a:ext cx="1965960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79" y="12344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79" y="141732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164592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0574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▲ 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Spend vs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34440"/>
          <a:ext cx="84124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STAR PPT Template 100420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2DA73BAA8551419E77B640F39D3F5D" ma:contentTypeVersion="6" ma:contentTypeDescription="Create a new document." ma:contentTypeScope="" ma:versionID="21c58f6b325cf0e9268961e2972608ab">
  <xsd:schema xmlns:xsd="http://www.w3.org/2001/XMLSchema" xmlns:xs="http://www.w3.org/2001/XMLSchema" xmlns:p="http://schemas.microsoft.com/office/2006/metadata/properties" xmlns:ns2="29cd325b-2eee-4c5d-9db9-3a6710214490" xmlns:ns3="8f380673-f5d0-4d30-88c7-34c2a6233ab8" targetNamespace="http://schemas.microsoft.com/office/2006/metadata/properties" ma:root="true" ma:fieldsID="8b8e6628b342892ff5b2f6532106b444" ns2:_="" ns3:_="">
    <xsd:import namespace="29cd325b-2eee-4c5d-9db9-3a6710214490"/>
    <xsd:import namespace="8f380673-f5d0-4d30-88c7-34c2a6233ab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3:p4a88d1dd77d4cb8a736582c2d3c5e4a" minOccurs="0"/>
                <xsd:element ref="ns2:TaxCatchAll" minOccurs="0"/>
                <xsd:element ref="ns3:cb38fe7aa1c5445ebcca08ecfde264d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d325b-2eee-4c5d-9db9-3a671021449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11" nillable="true" ma:displayName="Taxonomy Catch All Column" ma:hidden="true" ma:list="{3f75ea47-4b25-40cf-90b4-58a1cc895f21}" ma:internalName="TaxCatchAll" ma:showField="CatchAllData" ma:web="29cd325b-2eee-4c5d-9db9-3a6710214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80673-f5d0-4d30-88c7-34c2a6233ab8" elementFormDefault="qualified">
    <xsd:import namespace="http://schemas.microsoft.com/office/2006/documentManagement/types"/>
    <xsd:import namespace="http://schemas.microsoft.com/office/infopath/2007/PartnerControls"/>
    <xsd:element name="p4a88d1dd77d4cb8a736582c2d3c5e4a" ma:index="10" ma:taxonomy="true" ma:internalName="p4a88d1dd77d4cb8a736582c2d3c5e4a" ma:taxonomyFieldName="Security_x0020_Classification" ma:displayName="Security Classification" ma:default="-1;#Official Open|2bae7c29-0188-4e7d-8c62-1a438b954f8b" ma:fieldId="{94a88d1d-d77d-4cb8-a736-582c2d3c5e4a}" ma:sspId="974cb554-9eb7-495d-b1d8-159d1abb80f5" ma:termSetId="b44889cd-d78c-4551-b063-7a7a1cb7eda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b38fe7aa1c5445ebcca08ecfde264dd" ma:index="13" ma:taxonomy="true" ma:internalName="cb38fe7aa1c5445ebcca08ecfde264dd" ma:taxonomyFieldName="Sensitive_x0020_Category" ma:displayName="Sensitive Category" ma:default="-1;#Non-Sensitive|a6c191f4-2dd3-46ec-8289-9409bff4fe86" ma:fieldId="{cb38fe7a-a1c5-445e-bcca-08ecfde264dd}" ma:sspId="974cb554-9eb7-495d-b1d8-159d1abb80f5" ma:termSetId="557ecf87-9d5f-4a78-a4ea-1caff5fb2a63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4a88d1dd77d4cb8a736582c2d3c5e4a xmlns="8f380673-f5d0-4d30-88c7-34c2a6233ab8">
      <Terms xmlns="http://schemas.microsoft.com/office/infopath/2007/PartnerControls">
        <TermInfo xmlns="http://schemas.microsoft.com/office/infopath/2007/PartnerControls">
          <TermName xmlns="http://schemas.microsoft.com/office/infopath/2007/PartnerControls">Official Open</TermName>
          <TermId xmlns="http://schemas.microsoft.com/office/infopath/2007/PartnerControls">2bae7c29-0188-4e7d-8c62-1a438b954f8b</TermId>
        </TermInfo>
      </Terms>
    </p4a88d1dd77d4cb8a736582c2d3c5e4a>
    <cb38fe7aa1c5445ebcca08ecfde264dd xmlns="8f380673-f5d0-4d30-88c7-34c2a6233ab8">
      <Terms xmlns="http://schemas.microsoft.com/office/infopath/2007/PartnerControls">
        <TermInfo xmlns="http://schemas.microsoft.com/office/infopath/2007/PartnerControls">
          <TermName xmlns="http://schemas.microsoft.com/office/infopath/2007/PartnerControls">Non-Sensitive</TermName>
          <TermId xmlns="http://schemas.microsoft.com/office/infopath/2007/PartnerControls">a6c191f4-2dd3-46ec-8289-9409bff4fe86</TermId>
        </TermInfo>
      </Terms>
    </cb38fe7aa1c5445ebcca08ecfde264dd>
    <TaxCatchAll xmlns="29cd325b-2eee-4c5d-9db9-3a6710214490">
      <Value>2</Value>
      <Value>1</Value>
    </TaxCatchAl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DA6A45-2D52-4662-9515-0F96AE580D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cd325b-2eee-4c5d-9db9-3a6710214490"/>
    <ds:schemaRef ds:uri="8f380673-f5d0-4d30-88c7-34c2a6233a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493CE9-1D7C-4D79-916C-3386876BE1A7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8e5633f6-dc03-4192-9dd3-80edd9b4d150"/>
    <ds:schemaRef ds:uri="http://www.w3.org/XML/1998/namespace"/>
    <ds:schemaRef ds:uri="8f380673-f5d0-4d30-88c7-34c2a6233ab8"/>
    <ds:schemaRef ds:uri="29cd325b-2eee-4c5d-9db9-3a6710214490"/>
  </ds:schemaRefs>
</ds:datastoreItem>
</file>

<file path=customXml/itemProps3.xml><?xml version="1.0" encoding="utf-8"?>
<ds:datastoreItem xmlns:ds="http://schemas.openxmlformats.org/officeDocument/2006/customXml" ds:itemID="{14217316-243D-43FC-8067-AD2F8B2B72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A-STAR_PPT_Template_2020_(16.9)_200203.thmx</Template>
  <TotalTime>21553</TotalTime>
  <Words>618</Words>
  <Application>Microsoft Office PowerPoint</Application>
  <PresentationFormat>On-screen Show (16:9)</PresentationFormat>
  <Paragraphs>182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Open Sans</vt:lpstr>
      <vt:lpstr>Wingdings</vt:lpstr>
      <vt:lpstr>ASTAR PPT Template 10042012</vt:lpstr>
      <vt:lpstr>HBMS/HHP IAF-PP  Mid Term Review (MTR)</vt:lpstr>
      <vt:lpstr>PowerPoint Presentation</vt:lpstr>
      <vt:lpstr>Programme Summary</vt:lpstr>
      <vt:lpstr>Programme Overview</vt:lpstr>
      <vt:lpstr>Programme Benchmarking</vt:lpstr>
      <vt:lpstr>Industry Engagements</vt:lpstr>
      <vt:lpstr>Programme Status - IRS</vt:lpstr>
      <vt:lpstr>Programme Status</vt:lpstr>
      <vt:lpstr>Programme Status</vt:lpstr>
      <vt:lpstr>Programme Status</vt:lpstr>
      <vt:lpstr>Future Research and Industry Engagement Plans</vt:lpstr>
      <vt:lpstr>Scientific Advisory Board (SAB) Report</vt:lpstr>
      <vt:lpstr> Additional Supporting Slides  (Up to 10 slides)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ASTAR CORP COMMS</dc:creator>
  <cp:lastModifiedBy>Nidyah Sani</cp:lastModifiedBy>
  <cp:revision>1581</cp:revision>
  <cp:lastPrinted>2020-03-09T03:14:02Z</cp:lastPrinted>
  <dcterms:created xsi:type="dcterms:W3CDTF">2014-03-27T05:25:01Z</dcterms:created>
  <dcterms:modified xsi:type="dcterms:W3CDTF">2021-11-02T02:13:59Z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0x0101008A2DA73BAA8551419E77B640F39D3F5D</vt:lpwstr>
  </property>
  <property fmtid="{D5CDD505-2E9C-101B-9397-08002B2CF9AE}" pid="3" name="MSIP_Label_3f9331f7-95a2-472a-92bc-d73219eb516b_Enabled">
    <vt:lpwstr>True</vt:lpwstr>
  </property>
  <property fmtid="{D5CDD505-2E9C-101B-9397-08002B2CF9AE}" pid="4" name="MSIP_Label_3f9331f7-95a2-472a-92bc-d73219eb516b_SiteId">
    <vt:lpwstr>0b11c524-9a1c-4e1b-84cb-6336aefc2243</vt:lpwstr>
  </property>
  <property fmtid="{D5CDD505-2E9C-101B-9397-08002B2CF9AE}" pid="5" name="MSIP_Label_3f9331f7-95a2-472a-92bc-d73219eb516b_Owner">
    <vt:lpwstr>GOH_Mien_Zo@a-star.edu.sg</vt:lpwstr>
  </property>
  <property fmtid="{D5CDD505-2E9C-101B-9397-08002B2CF9AE}" pid="6" name="MSIP_Label_3f9331f7-95a2-472a-92bc-d73219eb516b_SetDate">
    <vt:lpwstr>2020-02-22T05:02:31.2332598Z</vt:lpwstr>
  </property>
  <property fmtid="{D5CDD505-2E9C-101B-9397-08002B2CF9AE}" pid="7" name="MSIP_Label_3f9331f7-95a2-472a-92bc-d73219eb516b_Name">
    <vt:lpwstr>CONFIDENTIAL</vt:lpwstr>
  </property>
  <property fmtid="{D5CDD505-2E9C-101B-9397-08002B2CF9AE}" pid="8" name="MSIP_Label_3f9331f7-95a2-472a-92bc-d73219eb516b_Application">
    <vt:lpwstr>Microsoft Azure Information Protection</vt:lpwstr>
  </property>
  <property fmtid="{D5CDD505-2E9C-101B-9397-08002B2CF9AE}" pid="9" name="MSIP_Label_3f9331f7-95a2-472a-92bc-d73219eb516b_ActionId">
    <vt:lpwstr>079e5ffd-b793-4016-9d1d-217a1620b568</vt:lpwstr>
  </property>
  <property fmtid="{D5CDD505-2E9C-101B-9397-08002B2CF9AE}" pid="10" name="MSIP_Label_3f9331f7-95a2-472a-92bc-d73219eb516b_Extended_MSFT_Method">
    <vt:lpwstr>Automatic</vt:lpwstr>
  </property>
  <property fmtid="{D5CDD505-2E9C-101B-9397-08002B2CF9AE}" pid="11" name="MSIP_Label_4f288355-fb4c-44cd-b9ca-40cfc2aee5f8_Enabled">
    <vt:lpwstr>True</vt:lpwstr>
  </property>
  <property fmtid="{D5CDD505-2E9C-101B-9397-08002B2CF9AE}" pid="12" name="MSIP_Label_4f288355-fb4c-44cd-b9ca-40cfc2aee5f8_SiteId">
    <vt:lpwstr>0b11c524-9a1c-4e1b-84cb-6336aefc2243</vt:lpwstr>
  </property>
  <property fmtid="{D5CDD505-2E9C-101B-9397-08002B2CF9AE}" pid="13" name="MSIP_Label_4f288355-fb4c-44cd-b9ca-40cfc2aee5f8_Owner">
    <vt:lpwstr>GOH_Mien_Zo@a-star.edu.sg</vt:lpwstr>
  </property>
  <property fmtid="{D5CDD505-2E9C-101B-9397-08002B2CF9AE}" pid="14" name="MSIP_Label_4f288355-fb4c-44cd-b9ca-40cfc2aee5f8_SetDate">
    <vt:lpwstr>2020-02-22T05:02:31.2332598Z</vt:lpwstr>
  </property>
  <property fmtid="{D5CDD505-2E9C-101B-9397-08002B2CF9AE}" pid="15" name="MSIP_Label_4f288355-fb4c-44cd-b9ca-40cfc2aee5f8_Name">
    <vt:lpwstr>NON-SENSITIVE</vt:lpwstr>
  </property>
  <property fmtid="{D5CDD505-2E9C-101B-9397-08002B2CF9AE}" pid="16" name="MSIP_Label_4f288355-fb4c-44cd-b9ca-40cfc2aee5f8_Application">
    <vt:lpwstr>Microsoft Azure Information Protection</vt:lpwstr>
  </property>
  <property fmtid="{D5CDD505-2E9C-101B-9397-08002B2CF9AE}" pid="17" name="MSIP_Label_4f288355-fb4c-44cd-b9ca-40cfc2aee5f8_ActionId">
    <vt:lpwstr>079e5ffd-b793-4016-9d1d-217a1620b568</vt:lpwstr>
  </property>
  <property fmtid="{D5CDD505-2E9C-101B-9397-08002B2CF9AE}" pid="18" name="MSIP_Label_4f288355-fb4c-44cd-b9ca-40cfc2aee5f8_Parent">
    <vt:lpwstr>3f9331f7-95a2-472a-92bc-d73219eb516b</vt:lpwstr>
  </property>
  <property fmtid="{D5CDD505-2E9C-101B-9397-08002B2CF9AE}" pid="19" name="MSIP_Label_4f288355-fb4c-44cd-b9ca-40cfc2aee5f8_Extended_MSFT_Method">
    <vt:lpwstr>Automatic</vt:lpwstr>
  </property>
  <property fmtid="{D5CDD505-2E9C-101B-9397-08002B2CF9AE}" pid="20" name="Sensitive Category">
    <vt:lpwstr>2;#Non-Sensitive|a6c191f4-2dd3-46ec-8289-9409bff4fe86</vt:lpwstr>
  </property>
  <property fmtid="{D5CDD505-2E9C-101B-9397-08002B2CF9AE}" pid="21" name="Security Classification">
    <vt:lpwstr>1;#Official Open|2bae7c29-0188-4e7d-8c62-1a438b954f8b</vt:lpwstr>
  </property>
</Properties>
</file>