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87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BEB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Real-time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Data synchronizes across all endpoints instantly.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Enterprise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4898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SOC 2 Type II certified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Rich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9716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Comprehensive dashboards and custom reporting.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Global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Multi-region deployment with 99.99% SLA.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API-First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4898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Full REST + GraphQL coverage for integrations.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24/7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9716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Dedicated account team for enterprise clients.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8FAFC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F8FAFC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Animation &amp; Transitions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277295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Welcome!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3372"/>
            <a:ext cx="11277295" cy="1325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This title fades in (static → see rendered output)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92%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+5pp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7258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7258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5916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79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840479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23359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Note: python-pptx does not natively support embedded slide animations. Animation effects render at their end state in static PowerPoint. For true animations, export slides to PNG via render_frame() or use PowerPoint GUI.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5: Long-form Storytelling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77295" cy="4480560"/>
          </a:xfrm>
          <a:prstGeom prst="roundRect">
            <a:avLst>
              <a:gd name="adj" fmla="val 102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148132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Structured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7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Narrative in one slide with decision support 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93975"/>
            <a:ext cx="7485680" cy="3502152"/>
          </a:xfrm>
          <a:prstGeom prst="roundRect">
            <a:avLst>
              <a:gd name="adj" fmla="val 783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03703"/>
            <a:ext cx="7229648" cy="3282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performance stabilized after concentration risk mitigation and onboarding process redesign. Margin expansion creates room for selective reinvestment, but service quality and migration complexity still require focused execution through Q3.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4048" y="2093975"/>
            <a:ext cx="3242974" cy="350215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776" y="2185415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Decision Lens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776" y="2404871"/>
            <a:ext cx="3023518" cy="231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Protect margin gains
- Reduce support load
- Prioritize retention levers
- Tighten ownership by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776" y="4956048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Next review: validate churn trend by segment.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opened with concentrated enterprise exposure: two strategic accounts represented 28% of net new ARR and introduced procurement timing risk. The commercial team reduced dependency by improving mid-market coverage, tightening qualification standards, and rebalancing outbound sequences toward faster-velocity segments.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Execution improved in the operating model. Onboarding cycle time dropped 19% after workflow simplification and proactive implementation playbooks. At the same time, migration volume increased support load, highlighting where product instrumentation and self-service diagnostics were still too shallow.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94A3B8"/>
                </a:solidFill>
                <a:latin typeface="Calibri"/>
              </a:rPr>
              <a:t>Page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Financially, gross margin improved by 2.3 points due to infrastructure right-sizing and contract renegotiation in third-party services. This gain is expected to partially normalize in Q3 while regional failover hardening and observability upgrades are in flight.
The second-half plan focuses on durable retention drivers, expansion motion enablement, and service-quality stabilization. Decision velocity and cross-functional accountability are now the central execution constraints, not strategy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833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Theme Cascade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1999" y="571500"/>
            <a:ext cx="168249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Overrides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FFF7EA"/>
          </a:solidFill>
          <a:ln w="12700">
            <a:solidFill>
              <a:srgbClr val="C697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463039"/>
            <a:ext cx="45720" cy="146304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4A2C16"/>
                </a:solidFill>
                <a:latin typeface="Calibri"/>
              </a:rPr>
              <a:t>Local theme patch: editorial warm palette.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F4828"/>
                </a:solidFill>
                <a:latin typeface="Calibri"/>
              </a:rPr>
              <a:t>Warm Section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3035808"/>
            <a:ext cx="45720" cy="137160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4A2C16"/>
                </a:solidFill>
                <a:latin typeface="Calibri Light"/>
              </a:rPr>
              <a:t>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+2pp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E8F5FF"/>
          </a:solidFill>
          <a:ln w="12700">
            <a:solidFill>
              <a:srgbClr val="739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1879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1879" y="1463039"/>
            <a:ext cx="45720" cy="146304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0479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22B4C"/>
                </a:solidFill>
                <a:latin typeface="Calibri"/>
              </a:rPr>
              <a:t>Local theme patch: corporate blue palette.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0479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F4D74"/>
                </a:solidFill>
                <a:latin typeface="Calibri"/>
              </a:rPr>
              <a:t>Cool Section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1879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1879" y="3035808"/>
            <a:ext cx="45720" cy="137160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0479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0479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22B4C"/>
                </a:solidFill>
                <a:latin typeface="Calibri Light"/>
              </a:rPr>
              <a:t>99.97%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479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+0.04pp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38928"/>
            <a:ext cx="11277295" cy="960120"/>
          </a:xfrm>
          <a:prstGeom prst="roundRect">
            <a:avLst>
              <a:gd name="adj" fmla="val 4761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38928"/>
            <a:ext cx="45720" cy="960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95725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Both cards inherit the slide theme, then apply container-scoped token patches. Use this slide to check contrast, spacing, and callout consistency across local overrides.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