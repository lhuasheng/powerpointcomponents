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93C5FD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334155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E40AF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2400E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6653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91B1B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334155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2400E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91B1B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