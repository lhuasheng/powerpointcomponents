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548640"/>
            <a:ext cx="11064240" cy="5669280"/>
          </a:xfrm>
          <a:prstGeom prst="roundRect">
            <a:avLst>
              <a:gd name="adj" fmla="val 806"/>
            </a:avLst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48640"/>
            <a:ext cx="11064240" cy="457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515600" y="731520"/>
            <a:ext cx="9144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100" b="1" i="0">
                <a:solidFill>
                  <a:srgbClr val="64748B"/>
                </a:solidFill>
                <a:latin typeface="Calibri"/>
              </a:rPr>
              <a:t>Page 1/2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31520"/>
            <a:ext cx="97840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000" b="1" i="0">
                <a:solidFill>
                  <a:srgbClr val="0F172A"/>
                </a:solidFill>
                <a:latin typeface="Calibri Light"/>
              </a:rPr>
              <a:t>Executive Narrative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051560"/>
            <a:ext cx="1069848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0" i="0">
                <a:solidFill>
                  <a:srgbClr val="64748B"/>
                </a:solidFill>
                <a:latin typeface="Calibri"/>
              </a:rPr>
              <a:t>What happened, why it matters, and what we do next.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344168"/>
            <a:ext cx="10698480" cy="418795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0" i="0">
                <a:solidFill>
                  <a:srgbClr val="334155"/>
                </a:solidFill>
                <a:latin typeface="Calibri"/>
              </a:rPr>
              <a:t>Q2 narrative starts with customer concentration risk. Two enterprise accounts accounted for 28% of net new ARR, which increased exposure to delayed procurement cycles. The team mitigated this by broadening mid-market pipeline coverage and tightening MEDDICC qualification.
Operationally, onboarding cycle time improved by 19%, but support load rose due to migration traffic and API version skew. The product team introduced guided setup flows and better in-app diagnostics.
(continued on next slide)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5532120"/>
            <a:ext cx="10698480" cy="502920"/>
          </a:xfrm>
          <a:prstGeom prst="roundRect">
            <a:avLst>
              <a:gd name="adj" fmla="val 7272"/>
            </a:avLst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41248" y="5586983"/>
            <a:ext cx="10479024" cy="3931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 i="0">
                <a:solidFill>
                  <a:srgbClr val="0F172A"/>
                </a:solidFill>
                <a:latin typeface="Calibri"/>
              </a:rPr>
              <a:t>- Risk narrowed  |  - Margin improved  |  - Q3 execution focus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