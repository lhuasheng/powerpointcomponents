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React Navigation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37590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71162" y="1691639"/>
            <a:ext cx="3649370" cy="27432"/>
          </a:xfrm>
          <a:prstGeom prst="roundRect">
            <a:avLst>
              <a:gd name="adj" fmla="val 33333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16298" y="1325880"/>
            <a:ext cx="37590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Analytics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5396" y="1325880"/>
            <a:ext cx="37590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Risks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37360"/>
            <a:ext cx="11277295" cy="1325879"/>
          </a:xfrm>
          <a:prstGeom prst="roundRect">
            <a:avLst>
              <a:gd name="adj" fmla="val 3447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10911535" cy="9601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Analytics summary for Q2.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3617183"/>
            <a:ext cx="5199735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3617183"/>
            <a:ext cx="5199735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2063" y="350288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3" y="351202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3886200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Step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67831" y="350288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67831" y="351202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55767" y="3886200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Step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23599" y="350288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23599" y="351202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11535" y="3886200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Step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Content Organization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Calibri"/>
              </a:rPr>
              <a:t>Question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14455" y="1325880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00784"/>
            <a:ext cx="11185855" cy="73152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92224"/>
            <a:ext cx="10820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Answer 1 - detailed explanation here.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96312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96312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Question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14455" y="2496312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35224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935224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Question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14455" y="2935224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520440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199589" y="37033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9589" y="3721608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0690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Feature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89120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First feature description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62018" y="3520440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04407" y="37033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04407" y="3721608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4898" y="40690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Feature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4898" y="4389120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Second feature description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66836" y="3520440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809226" y="37033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09226" y="3721608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9716" y="40690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Feature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9716" y="4389120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Third feature description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