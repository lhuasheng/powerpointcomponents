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104869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React Navigation Patterns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25880"/>
            <a:ext cx="375909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94A3B8"/>
                </a:solidFill>
                <a:latin typeface="Calibri"/>
              </a:rPr>
              <a:t>Overview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71162" y="1691639"/>
            <a:ext cx="3649370" cy="27432"/>
          </a:xfrm>
          <a:prstGeom prst="roundRect">
            <a:avLst>
              <a:gd name="adj" fmla="val 33333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216298" y="1325880"/>
            <a:ext cx="375909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F8FAFC"/>
                </a:solidFill>
                <a:latin typeface="Calibri"/>
              </a:rPr>
              <a:t>Analytics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75396" y="1325880"/>
            <a:ext cx="375909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94A3B8"/>
                </a:solidFill>
                <a:latin typeface="Calibri"/>
              </a:rPr>
              <a:t>Risks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737360"/>
            <a:ext cx="11277295" cy="1325879"/>
          </a:xfrm>
          <a:prstGeom prst="roundRect">
            <a:avLst>
              <a:gd name="adj" fmla="val 3447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920240"/>
            <a:ext cx="10911535" cy="9601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CBD5E1"/>
                </a:solidFill>
                <a:latin typeface="Calibri"/>
              </a:rPr>
              <a:t>Analytics summary for Q2.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8096" y="3617183"/>
            <a:ext cx="5199735" cy="27432"/>
          </a:xfrm>
          <a:prstGeom prst="roundRect">
            <a:avLst>
              <a:gd name="adj" fmla="val 33333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3863" y="3617183"/>
            <a:ext cx="5199735" cy="27432"/>
          </a:xfrm>
          <a:prstGeom prst="roundRect">
            <a:avLst>
              <a:gd name="adj" fmla="val 33333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12063" y="3502883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3" y="3512027"/>
            <a:ext cx="256032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0F172A"/>
                </a:solidFill>
                <a:latin typeface="Calibri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0" y="3886200"/>
            <a:ext cx="128016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CBD5E1"/>
                </a:solidFill>
                <a:latin typeface="Calibri"/>
              </a:rPr>
              <a:t>Step 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67831" y="3502883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67831" y="3512027"/>
            <a:ext cx="256032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0F172A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55767" y="3886200"/>
            <a:ext cx="128016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8FAFC"/>
                </a:solidFill>
                <a:latin typeface="Calibri"/>
              </a:rPr>
              <a:t>Step 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23599" y="3502883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23599" y="3512027"/>
            <a:ext cx="256032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94A3B8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11535" y="3886200"/>
            <a:ext cx="128016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Step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104869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Content Organization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25880"/>
            <a:ext cx="11277295" cy="347472"/>
          </a:xfrm>
          <a:prstGeom prst="roundRect">
            <a:avLst>
              <a:gd name="adj" fmla="val 10526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774375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F8FAFC"/>
                </a:solidFill>
                <a:latin typeface="Calibri"/>
              </a:rPr>
              <a:t>Question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14455" y="1325880"/>
            <a:ext cx="13716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3B82F6"/>
                </a:solidFill>
                <a:latin typeface="Calibri"/>
              </a:rPr>
              <a:t>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700784"/>
            <a:ext cx="11185855" cy="731520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792224"/>
            <a:ext cx="1082009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Answer 1 - detailed explanation here.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496312"/>
            <a:ext cx="11277295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496312"/>
            <a:ext cx="10774375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CBD5E1"/>
                </a:solidFill>
                <a:latin typeface="Calibri"/>
              </a:rPr>
              <a:t>Question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14455" y="2496312"/>
            <a:ext cx="13716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3B82F6"/>
                </a:solidFill>
                <a:latin typeface="Calibri"/>
              </a:rPr>
              <a:t>+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935224"/>
            <a:ext cx="11277295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935224"/>
            <a:ext cx="10774375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CBD5E1"/>
                </a:solidFill>
                <a:latin typeface="Calibri"/>
              </a:rPr>
              <a:t>Question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14455" y="2935224"/>
            <a:ext cx="13716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3B82F6"/>
                </a:solidFill>
                <a:latin typeface="Calibri"/>
              </a:rPr>
              <a:t>+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520440"/>
            <a:ext cx="3667658" cy="868680"/>
          </a:xfrm>
          <a:prstGeom prst="roundRect">
            <a:avLst>
              <a:gd name="adj" fmla="val 5263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199589" y="3703320"/>
            <a:ext cx="182880" cy="182880"/>
          </a:xfrm>
          <a:prstGeom prst="roundRect">
            <a:avLst>
              <a:gd name="adj" fmla="val 15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99589" y="3721608"/>
            <a:ext cx="182880" cy="146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800" b="1" i="0">
                <a:solidFill>
                  <a:srgbClr val="0F172A"/>
                </a:solidFill>
                <a:latin typeface="Calibri"/>
              </a:rPr>
              <a:t>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069080"/>
            <a:ext cx="33018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F8FAFC"/>
                </a:solidFill>
                <a:latin typeface="Calibri"/>
              </a:rPr>
              <a:t>Feature 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62018" y="3520440"/>
            <a:ext cx="3667658" cy="868680"/>
          </a:xfrm>
          <a:prstGeom prst="roundRect">
            <a:avLst>
              <a:gd name="adj" fmla="val 5263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004407" y="3703320"/>
            <a:ext cx="182880" cy="182880"/>
          </a:xfrm>
          <a:prstGeom prst="roundRect">
            <a:avLst>
              <a:gd name="adj" fmla="val 15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04407" y="3721608"/>
            <a:ext cx="182880" cy="146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800" b="1" i="0">
                <a:solidFill>
                  <a:srgbClr val="0F172A"/>
                </a:solidFill>
                <a:latin typeface="Calibri"/>
              </a:rPr>
              <a:t>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44898" y="4069080"/>
            <a:ext cx="33018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F8FAFC"/>
                </a:solidFill>
                <a:latin typeface="Calibri"/>
              </a:rPr>
              <a:t>Feature 2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66836" y="3520440"/>
            <a:ext cx="3667658" cy="868680"/>
          </a:xfrm>
          <a:prstGeom prst="roundRect">
            <a:avLst>
              <a:gd name="adj" fmla="val 5263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809226" y="3703320"/>
            <a:ext cx="182880" cy="182880"/>
          </a:xfrm>
          <a:prstGeom prst="roundRect">
            <a:avLst>
              <a:gd name="adj" fmla="val 15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09226" y="3721608"/>
            <a:ext cx="182880" cy="146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800" b="1" i="0">
                <a:solidFill>
                  <a:srgbClr val="0F172A"/>
                </a:solidFill>
                <a:latin typeface="Calibri"/>
              </a:rPr>
              <a:t>📊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49716" y="4069080"/>
            <a:ext cx="33018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F8FAFC"/>
                </a:solidFill>
                <a:latin typeface="Calibri"/>
              </a:rPr>
              <a:t>Feature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