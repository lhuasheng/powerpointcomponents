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React Navigation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37590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1162" y="1691639"/>
            <a:ext cx="3649370" cy="27432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16298" y="1325880"/>
            <a:ext cx="37590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5396" y="1325880"/>
            <a:ext cx="37590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1277295" cy="1325879"/>
          </a:xfrm>
          <a:prstGeom prst="roundRect">
            <a:avLst>
              <a:gd name="adj" fmla="val 344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11535" cy="960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Analytics summary for Q2.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617183"/>
            <a:ext cx="5199735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3617183"/>
            <a:ext cx="5199735" cy="27432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3" y="350288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3" y="351202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8862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Step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7831" y="350288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7831" y="351202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5767" y="38862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Step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23599" y="350288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23599" y="351202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38862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Step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 Light"/>
              </a:rPr>
              <a:t>Content Organization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Question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4455" y="1325880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Answer 1 - detailed explanation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96312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Question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455" y="2496312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35224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Question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4455" y="2935224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9589" y="37033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9589" y="372160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Feature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2018" y="3520440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04407" y="37033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4407" y="372160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4898" y="40690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Feature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3520440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09226" y="37033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9226" y="372160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716" y="40690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Feature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